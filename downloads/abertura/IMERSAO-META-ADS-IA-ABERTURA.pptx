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af268d0d31d44cc" /><Relationship Type="http://schemas.openxmlformats.org/officeDocument/2006/relationships/extended-properties" Target="/docProps/app.xml" Id="Rea957f0724724c54" /><Relationship Type="http://schemas.openxmlformats.org/officeDocument/2006/relationships/officeDocument" Target="/ppt/presentation.xml" Id="R70813d9678be480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c4398e84e5047d4"/>
  </p:sldMasterIdLst>
  <p:notesMasterIdLst>
    <p:notesMasterId xmlns:r="http://schemas.openxmlformats.org/officeDocument/2006/relationships" r:id="R4b560009abfc4c1c"/>
  </p:notesMasterIdLst>
  <p:sldIdLst>
    <p:sldId xmlns:r="http://schemas.openxmlformats.org/officeDocument/2006/relationships" id="256" r:id="R1aa91eda0dbd4c6c"/>
    <p:sldId xmlns:r="http://schemas.openxmlformats.org/officeDocument/2006/relationships" id="257" r:id="R337498b57c754ef8"/>
    <p:sldId xmlns:r="http://schemas.openxmlformats.org/officeDocument/2006/relationships" id="258" r:id="Rcc69d1f10fe04bf2"/>
    <p:sldId xmlns:r="http://schemas.openxmlformats.org/officeDocument/2006/relationships" id="259" r:id="R1d991a4b3acf41c1"/>
    <p:sldId xmlns:r="http://schemas.openxmlformats.org/officeDocument/2006/relationships" id="260" r:id="R7875e48771374d7c"/>
    <p:sldId xmlns:r="http://schemas.openxmlformats.org/officeDocument/2006/relationships" id="261" r:id="R90caffbfc9794ce6"/>
    <p:sldId xmlns:r="http://schemas.openxmlformats.org/officeDocument/2006/relationships" id="262" r:id="R7a09869552c84316"/>
    <p:sldId xmlns:r="http://schemas.openxmlformats.org/officeDocument/2006/relationships" id="263" r:id="R6c6c9871247140f2"/>
    <p:sldId xmlns:r="http://schemas.openxmlformats.org/officeDocument/2006/relationships" id="264" r:id="R788dac8b182f473c"/>
    <p:sldId xmlns:r="http://schemas.openxmlformats.org/officeDocument/2006/relationships" id="265" r:id="R9381a13b80e740e1"/>
    <p:sldId xmlns:r="http://schemas.openxmlformats.org/officeDocument/2006/relationships" id="266" r:id="R85e4357ce9a84e28"/>
    <p:sldId xmlns:r="http://schemas.openxmlformats.org/officeDocument/2006/relationships" id="267" r:id="Rf947b5ebbb1a4744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9df4bbcbbff4242" /><Relationship Type="http://schemas.openxmlformats.org/officeDocument/2006/relationships/slideMaster" Target="/ppt/slideMasters/slideMaster1.xml" Id="R1c4398e84e5047d4" /><Relationship Type="http://schemas.openxmlformats.org/officeDocument/2006/relationships/notesMaster" Target="/ppt/notesMasters/notesMaster1.xml" Id="R4b560009abfc4c1c" /><Relationship Type="http://schemas.openxmlformats.org/officeDocument/2006/relationships/presProps" Target="/ppt/presProps.xml" Id="R8c1df1eb491846ac" /><Relationship Type="http://schemas.openxmlformats.org/officeDocument/2006/relationships/tableStyles" Target="/ppt/tableStyles.xml" Id="Rb9e8a16bb23a4e77" /><Relationship Type="http://schemas.openxmlformats.org/officeDocument/2006/relationships/slide" Target="/ppt/slides/slide1.xml" Id="R1aa91eda0dbd4c6c" /><Relationship Type="http://schemas.openxmlformats.org/officeDocument/2006/relationships/slide" Target="/ppt/slides/slide2.xml" Id="R337498b57c754ef8" /><Relationship Type="http://schemas.openxmlformats.org/officeDocument/2006/relationships/slide" Target="/ppt/slides/slide3.xml" Id="Rcc69d1f10fe04bf2" /><Relationship Type="http://schemas.openxmlformats.org/officeDocument/2006/relationships/slide" Target="/ppt/slides/slide4.xml" Id="R1d991a4b3acf41c1" /><Relationship Type="http://schemas.openxmlformats.org/officeDocument/2006/relationships/slide" Target="/ppt/slides/slide5.xml" Id="R7875e48771374d7c" /><Relationship Type="http://schemas.openxmlformats.org/officeDocument/2006/relationships/slide" Target="/ppt/slides/slide6.xml" Id="R90caffbfc9794ce6" /><Relationship Type="http://schemas.openxmlformats.org/officeDocument/2006/relationships/slide" Target="/ppt/slides/slide7.xml" Id="R7a09869552c84316" /><Relationship Type="http://schemas.openxmlformats.org/officeDocument/2006/relationships/slide" Target="/ppt/slides/slide8.xml" Id="R6c6c9871247140f2" /><Relationship Type="http://schemas.openxmlformats.org/officeDocument/2006/relationships/slide" Target="/ppt/slides/slide9.xml" Id="R788dac8b182f473c" /><Relationship Type="http://schemas.openxmlformats.org/officeDocument/2006/relationships/slide" Target="/ppt/slides/slide10.xml" Id="R9381a13b80e740e1" /><Relationship Type="http://schemas.openxmlformats.org/officeDocument/2006/relationships/slide" Target="/ppt/slides/slide11.xml" Id="R85e4357ce9a84e28" /><Relationship Type="http://schemas.openxmlformats.org/officeDocument/2006/relationships/slide" Target="/ppt/slides/slide12.xml" Id="Rf947b5ebbb1a474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27d42017779642d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ba6b4df07ff4606" /><Relationship Type="http://schemas.openxmlformats.org/officeDocument/2006/relationships/notesMaster" Target="/ppt/notesMasters/notesMaster1.xml" Id="R6f69e24e0ab243d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cbde7b8f14a4384" /><Relationship Type="http://schemas.openxmlformats.org/officeDocument/2006/relationships/notesMaster" Target="/ppt/notesMasters/notesMaster1.xml" Id="R36610ac3f299406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8c44528a7fe43e6" /><Relationship Type="http://schemas.openxmlformats.org/officeDocument/2006/relationships/notesMaster" Target="/ppt/notesMasters/notesMaster1.xml" Id="Rdf4842f6c5b34f7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ad5137cbdd0436e" /><Relationship Type="http://schemas.openxmlformats.org/officeDocument/2006/relationships/notesMaster" Target="/ppt/notesMasters/notesMaster1.xml" Id="R9b592fdd96f947a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c7dcc9312bb429c" /><Relationship Type="http://schemas.openxmlformats.org/officeDocument/2006/relationships/notesMaster" Target="/ppt/notesMasters/notesMaster1.xml" Id="Rdf32c0f037754b33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bd681900d52e46de" /><Relationship Type="http://schemas.openxmlformats.org/officeDocument/2006/relationships/notesMaster" Target="/ppt/notesMasters/notesMaster1.xml" Id="Rd2df036a6e254317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e5566b19b3a747f1" /><Relationship Type="http://schemas.openxmlformats.org/officeDocument/2006/relationships/notesMaster" Target="/ppt/notesMasters/notesMaster1.xml" Id="R8a94fad79ee04899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c22e14e981204f30" /><Relationship Type="http://schemas.openxmlformats.org/officeDocument/2006/relationships/notesMaster" Target="/ppt/notesMasters/notesMaster1.xml" Id="Rdf33faf998c148ae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c8dba7cdece04a0b" /><Relationship Type="http://schemas.openxmlformats.org/officeDocument/2006/relationships/notesMaster" Target="/ppt/notesMasters/notesMaster1.xml" Id="Rd6f6757f52da434f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ba0bd1479d874a3b" /><Relationship Type="http://schemas.openxmlformats.org/officeDocument/2006/relationships/notesMaster" Target="/ppt/notesMasters/notesMaster1.xml" Id="Rc9d2a2e5bde645e2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2a619308ab054e35" /><Relationship Type="http://schemas.openxmlformats.org/officeDocument/2006/relationships/notesMaster" Target="/ppt/notesMasters/notesMaster1.xml" Id="R5214a6f4f6904818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ad180fcdff074428" /><Relationship Type="http://schemas.openxmlformats.org/officeDocument/2006/relationships/notesMaster" Target="/ppt/notesMasters/notesMaster1.xml" Id="Re7d13da7f2ae4aa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Direção visual e cenas exclusivas: imagens geradas pela OpenAI para esta apresentação em 25 de agosto de 2026.</a:t>
            </a:r>
          </a:p>
          <a:p xmlns:a="http://schemas.openxmlformats.org/drawingml/2006/main">
            <a:r>
              <a:t>- Foto de Fábio Borges: ativo interno da equipe.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Direção visual e cenas exclusivas: imagens geradas pela OpenAI para esta apresentação em 25 de agosto de 2026.</a:t>
            </a:r>
          </a:p>
          <a:p xmlns:a="http://schemas.openxmlformats.org/drawingml/2006/main">
            <a:r>
              <a:t>- Foto de Fábio Borges: ativo interno da equipe.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Direção visual e cenas exclusivas: imagens geradas pela OpenAI para esta apresentação em 25 de agosto de 2026.</a:t>
            </a:r>
          </a:p>
          <a:p xmlns:a="http://schemas.openxmlformats.org/drawingml/2006/main">
            <a:r>
              <a:t>- Foto de Fábio Borges: ativo interno da equipe.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Direção visual e cenas exclusivas: imagens geradas pela OpenAI para esta apresentação em 25 de agosto de 2026.</a:t>
            </a:r>
          </a:p>
          <a:p xmlns:a="http://schemas.openxmlformats.org/drawingml/2006/main">
            <a:r>
              <a:t>- Foto de Fábio Borges: ativo interno da equipe.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Direção visual e cenas exclusivas: imagens geradas pela OpenAI para esta apresentação em 25 de agosto de 2026.</a:t>
            </a:r>
          </a:p>
          <a:p xmlns:a="http://schemas.openxmlformats.org/drawingml/2006/main">
            <a:r>
              <a:t>- Foto de Fábio Borges: ativo interno da equipe.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Direção visual e cenas exclusivas: imagens geradas pela OpenAI para esta apresentação em 25 de agosto de 2026.</a:t>
            </a:r>
          </a:p>
          <a:p xmlns:a="http://schemas.openxmlformats.org/drawingml/2006/main">
            <a:r>
              <a:t>- Foto de Fábio Borges: ativo interno da equipe.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Direção visual e cenas exclusivas: imagens geradas pela OpenAI para esta apresentação em 25 de agosto de 2026.</a:t>
            </a:r>
          </a:p>
          <a:p xmlns:a="http://schemas.openxmlformats.org/drawingml/2006/main">
            <a:r>
              <a:t>- Foto de Fábio Borges: ativo interno da equipe.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Direção visual e cenas exclusivas: imagens geradas pela OpenAI para esta apresentação em 25 de agosto de 2026.</a:t>
            </a:r>
          </a:p>
          <a:p xmlns:a="http://schemas.openxmlformats.org/drawingml/2006/main">
            <a:r>
              <a:t>- Foto de Fábio Borges: ativo interno da equipe.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Direção visual e cenas exclusivas: imagens geradas pela OpenAI para esta apresentação em 25 de agosto de 2026.</a:t>
            </a:r>
          </a:p>
          <a:p xmlns:a="http://schemas.openxmlformats.org/drawingml/2006/main">
            <a:r>
              <a:t>- Foto de Fábio Borges: ativo interno da equipe.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Direção visual e cenas exclusivas: imagens geradas pela OpenAI para esta apresentação em 25 de agosto de 2026.</a:t>
            </a:r>
          </a:p>
          <a:p xmlns:a="http://schemas.openxmlformats.org/drawingml/2006/main">
            <a:r>
              <a:t>- Foto de Fábio Borges: ativo interno da equipe.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Direção visual e cenas exclusivas: imagens geradas pela OpenAI para esta apresentação em 25 de agosto de 2026.</a:t>
            </a:r>
          </a:p>
          <a:p xmlns:a="http://schemas.openxmlformats.org/drawingml/2006/main">
            <a:r>
              <a:t>- Foto de Fábio Borges: ativo interno da equipe.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Direção visual e cenas exclusivas: imagens geradas pela OpenAI para esta apresentação em 25 de agosto de 2026.</a:t>
            </a:r>
          </a:p>
          <a:p xmlns:a="http://schemas.openxmlformats.org/drawingml/2006/main">
            <a:r>
              <a:t>- Foto de Fábio Borges: ativo interno da equipe.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d3787d420454f72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27d287609994485" /><Relationship Type="http://schemas.openxmlformats.org/officeDocument/2006/relationships/slideLayout" Target="/ppt/slideLayouts/slideLayout1.xml" Id="Ra730b18b92ac4481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730b18b92ac4481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856b03fe1134991" /><Relationship Type="http://schemas.openxmlformats.org/officeDocument/2006/relationships/image" Target="/ppt/media/image.png" Id="R5c3bc88c2a974695" /><Relationship Type="http://schemas.openxmlformats.org/officeDocument/2006/relationships/notesSlide" Target="/ppt/notesSlides/notesSlide1.xml" Id="R163bc0fd40bd4d1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9f7ac812c7f44e8" /><Relationship Type="http://schemas.openxmlformats.org/officeDocument/2006/relationships/image" Target="/ppt/media/image.jpeg" Id="Re996a2a511bc4490" /><Relationship Type="http://schemas.openxmlformats.org/officeDocument/2006/relationships/notesSlide" Target="/ppt/notesSlides/notesSlide2.xml" Id="Ra098d821dadb4cac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b45ecae79e040c9" /><Relationship Type="http://schemas.openxmlformats.org/officeDocument/2006/relationships/image" Target="/ppt/media/image2.png" Id="Rd80b48ee9d3a4b33" /><Relationship Type="http://schemas.openxmlformats.org/officeDocument/2006/relationships/notesSlide" Target="/ppt/notesSlides/notesSlide3.xml" Id="R1bd776bdad714c0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931ca162b914b5b" /><Relationship Type="http://schemas.openxmlformats.org/officeDocument/2006/relationships/image" Target="/ppt/media/image3.png" Id="R9261dabcf8674a13" /><Relationship Type="http://schemas.openxmlformats.org/officeDocument/2006/relationships/notesSlide" Target="/ppt/notesSlides/notesSlide4.xml" Id="R4cefa9c94eb2431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834c3c97f824b32" /><Relationship Type="http://schemas.openxmlformats.org/officeDocument/2006/relationships/image" Target="/ppt/media/image4.png" Id="R0668c946cc8f40ed" /><Relationship Type="http://schemas.openxmlformats.org/officeDocument/2006/relationships/notesSlide" Target="/ppt/notesSlides/notesSlide5.xml" Id="R2ac73ad1e8ba436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0e0a0ce226a4161" /><Relationship Type="http://schemas.openxmlformats.org/officeDocument/2006/relationships/image" Target="/ppt/media/image5.png" Id="R0b3269dd37634a83" /><Relationship Type="http://schemas.openxmlformats.org/officeDocument/2006/relationships/notesSlide" Target="/ppt/notesSlides/notesSlide6.xml" Id="Rad69a3bcf3e14e39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261635e16c94f01" /><Relationship Type="http://schemas.openxmlformats.org/officeDocument/2006/relationships/image" Target="/ppt/media/image6.png" Id="R0b300e0b48b24c5b" /><Relationship Type="http://schemas.openxmlformats.org/officeDocument/2006/relationships/notesSlide" Target="/ppt/notesSlides/notesSlide7.xml" Id="R6510a57b5b684ca2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586974ad5d0436e" /><Relationship Type="http://schemas.openxmlformats.org/officeDocument/2006/relationships/image" Target="/ppt/media/image7.png" Id="Rb45f7ea17575433c" /><Relationship Type="http://schemas.openxmlformats.org/officeDocument/2006/relationships/notesSlide" Target="/ppt/notesSlides/notesSlide8.xml" Id="Rec885d2c861a4076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c86f3eb67524693" /><Relationship Type="http://schemas.openxmlformats.org/officeDocument/2006/relationships/image" Target="/ppt/media/image8.png" Id="Re4d71eede46b4ac8" /><Relationship Type="http://schemas.openxmlformats.org/officeDocument/2006/relationships/notesSlide" Target="/ppt/notesSlides/notesSlide9.xml" Id="R6c645e51d2b447fc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8a0b4eb0bf342b0" /><Relationship Type="http://schemas.openxmlformats.org/officeDocument/2006/relationships/image" Target="/ppt/media/image9.png" Id="R6a2fb5ff9f314817" /><Relationship Type="http://schemas.openxmlformats.org/officeDocument/2006/relationships/notesSlide" Target="/ppt/notesSlides/notesSlide10.xml" Id="R7ee012673af747dd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269b9bdaf9a4f5c" /><Relationship Type="http://schemas.openxmlformats.org/officeDocument/2006/relationships/image" Target="/ppt/media/image10.png" Id="Rb6508b9d42ca48b9" /><Relationship Type="http://schemas.openxmlformats.org/officeDocument/2006/relationships/notesSlide" Target="/ppt/notesSlides/notesSlide11.xml" Id="Ra05439b4f570488a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67db36907fc4c18" /><Relationship Type="http://schemas.openxmlformats.org/officeDocument/2006/relationships/image" Target="/ppt/media/image11.png" Id="R344ccc9252bd4325" /><Relationship Type="http://schemas.openxmlformats.org/officeDocument/2006/relationships/notesSlide" Target="/ppt/notesSlides/notesSlide12.xml" Id="R89f131cb184d4dda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5060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c3bc88c2a974695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628B908-4323-4982-9835-D909E7E15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3C761F4-AEB9-4B8B-8FBC-A44789C27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47750"/>
            <a:ext cx="533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D9B45B"/>
                </a:solidFill>
              </a:defRPr>
            </a:pPr>
            <a:r>
              <a:rPr sz="1125" b="1">
                <a:solidFill>
                  <a:srgbClr val="D9B45B"/>
                </a:solidFill>
              </a:rPr>
              <a:t>FACEBOOK E INSTAGRAM ADS PARA NEGÓCIOS LOCAIS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DC98833-85EC-4EBB-97A6-E42E35645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52625"/>
            <a:ext cx="533400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4500" b="1">
                <a:solidFill>
                  <a:srgbClr val="F7F4EC"/>
                </a:solidFill>
              </a:defRPr>
            </a:pPr>
            <a:r>
              <a:rPr sz="4500" b="1">
                <a:solidFill>
                  <a:srgbClr val="F7F4EC"/>
                </a:solidFill>
              </a:rPr>
              <a:t>A Imersão</a:t>
            </a:r>
          </a:p>
          <a:p xmlns:a="http://schemas.openxmlformats.org/drawingml/2006/main">
            <a:pPr>
              <a:defRPr sz="4500" b="1">
                <a:solidFill>
                  <a:srgbClr val="F7F4EC"/>
                </a:solidFill>
              </a:defRPr>
            </a:pPr>
            <a:r>
              <a:rPr sz="4500" b="1">
                <a:solidFill>
                  <a:srgbClr val="F7F4EC"/>
                </a:solidFill>
              </a:rPr>
              <a:t>Meta Ads com IA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2A45E33-EADE-4DE9-B57D-D92167AA9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0"/>
            <a:ext cx="5334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FFE29A"/>
                </a:solidFill>
              </a:defRPr>
            </a:pPr>
            <a:r>
              <a:rPr sz="1650">
                <a:solidFill>
                  <a:srgbClr val="FFE29A"/>
                </a:solidFill>
              </a:rPr>
              <a:t>25 e 26 de agosto • 7 PM • Horário de Nova York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4363AB7-4177-46F2-8BE9-C56BEC664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43650"/>
            <a:ext cx="228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D9B45B"/>
                </a:solidFill>
              </a:defRPr>
            </a:pPr>
            <a:r>
              <a:rPr sz="900" b="1">
                <a:solidFill>
                  <a:srgbClr val="D9B45B"/>
                </a:solidFill>
              </a:rPr>
              <a:t>ME ENSINA AI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663DC0B-3294-4322-A100-90707970E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3436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C4C6CA"/>
                </a:solidFill>
              </a:defRPr>
            </a:pPr>
            <a:r>
              <a:rPr sz="900" b="1">
                <a:solidFill>
                  <a:srgbClr val="C4C6CA"/>
                </a:solidFill>
              </a:rPr>
              <a:t>01 / 12</a:t>
            </a:r>
          </a:p>
        </p:txBody>
      </p:sp>
    </p:spTree>
    <p:extLst>
      <p:ext uri="{BB962C8B-B14F-4D97-AF65-F5344CB8AC3E}">
        <p14:creationId xmlns:p14="http://schemas.microsoft.com/office/powerpoint/2010/main" val="181071198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5060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E39C36E-7CE7-4B5C-9699-E0609EDD1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0608"/>
          </a:solidFill>
          <a:ln xmlns:a="http://schemas.openxmlformats.org/drawingml/2006/main" w="0">
            <a:solidFill>
              <a:srgbClr val="050608"/>
            </a:solidFill>
            <a:prstDash val="solid"/>
          </a:ln>
        </p:spPr>
      </p:sp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996a2a511bc4490"/>
          <a:srcRect xmlns:a="http://schemas.openxmlformats.org/drawingml/2006/main" l="0" t="6364" r="0" b="636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953250" y="0"/>
            <a:ext cx="5238750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11F7A24-476C-4F57-95E7-D5EBF4223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0"/>
            <a:ext cx="2095500" cy="685800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FF014DE-1AB8-40FF-AAD0-8C515FA9E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47750"/>
            <a:ext cx="5905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D9B45B"/>
                </a:solidFill>
              </a:defRPr>
            </a:pPr>
            <a:r>
              <a:rPr sz="1125" b="1">
                <a:solidFill>
                  <a:srgbClr val="D9B45B"/>
                </a:solidFill>
              </a:rPr>
              <a:t>ANTES DE COMEÇAR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7246843-0D6E-4BC3-A2E4-BDFE51A9F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52625"/>
            <a:ext cx="590550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4500" b="1">
                <a:solidFill>
                  <a:srgbClr val="F7F4EC"/>
                </a:solidFill>
              </a:defRPr>
            </a:pPr>
            <a:r>
              <a:rPr sz="4500" b="1">
                <a:solidFill>
                  <a:srgbClr val="F7F4EC"/>
                </a:solidFill>
              </a:rPr>
              <a:t>Quem é</a:t>
            </a:r>
          </a:p>
          <a:p xmlns:a="http://schemas.openxmlformats.org/drawingml/2006/main">
            <a:pPr>
              <a:defRPr sz="4500" b="1">
                <a:solidFill>
                  <a:srgbClr val="F7F4EC"/>
                </a:solidFill>
              </a:defRPr>
            </a:pPr>
            <a:r>
              <a:rPr sz="4500" b="1">
                <a:solidFill>
                  <a:srgbClr val="F7F4EC"/>
                </a:solidFill>
              </a:rPr>
              <a:t>Fábio Borges?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A274AEA-CEF0-4F15-8208-FF8BBB3AA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43650"/>
            <a:ext cx="228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D9B45B"/>
                </a:solidFill>
              </a:defRPr>
            </a:pPr>
            <a:r>
              <a:rPr sz="900" b="1">
                <a:solidFill>
                  <a:srgbClr val="D9B45B"/>
                </a:solidFill>
              </a:rPr>
              <a:t>ME ENSINA AI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4BCF274-0A92-4EBB-AA3F-A71038A14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3436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C4C6CA"/>
                </a:solidFill>
              </a:defRPr>
            </a:pPr>
            <a:r>
              <a:rPr sz="900" b="1">
                <a:solidFill>
                  <a:srgbClr val="C4C6CA"/>
                </a:solidFill>
              </a:rPr>
              <a:t>02 / 12</a:t>
            </a:r>
          </a:p>
        </p:txBody>
      </p:sp>
    </p:spTree>
    <p:extLst>
      <p:ext uri="{BB962C8B-B14F-4D97-AF65-F5344CB8AC3E}">
        <p14:creationId xmlns:p14="http://schemas.microsoft.com/office/powerpoint/2010/main" val="1405547874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5060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80b48ee9d3a4b33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ADF87DA-8DD5-4271-96C3-DA7395D3A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45E1ECF-23CD-4C08-84FB-5D609C291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6667500" cy="685800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CD01838-57F2-41A1-B5E2-A984FA12A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47750"/>
            <a:ext cx="533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D9B45B"/>
                </a:solidFill>
              </a:defRPr>
            </a:pPr>
            <a:r>
              <a:rPr sz="1125" b="1">
                <a:solidFill>
                  <a:srgbClr val="D9B45B"/>
                </a:solidFill>
              </a:rPr>
              <a:t>NOSSA JORNADA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97B1565-BC8C-4016-82A3-F21900278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52625"/>
            <a:ext cx="533400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4500" b="1">
                <a:solidFill>
                  <a:srgbClr val="F7F4EC"/>
                </a:solidFill>
              </a:defRPr>
            </a:pPr>
            <a:r>
              <a:rPr sz="4500" b="1">
                <a:solidFill>
                  <a:srgbClr val="F7F4EC"/>
                </a:solidFill>
              </a:rPr>
              <a:t>Do mercado</a:t>
            </a:r>
          </a:p>
          <a:p xmlns:a="http://schemas.openxmlformats.org/drawingml/2006/main">
            <a:pPr>
              <a:defRPr sz="4500" b="1">
                <a:solidFill>
                  <a:srgbClr val="F7F4EC"/>
                </a:solidFill>
              </a:defRPr>
            </a:pPr>
            <a:r>
              <a:rPr sz="4500" b="1">
                <a:solidFill>
                  <a:srgbClr val="F7F4EC"/>
                </a:solidFill>
              </a:rPr>
              <a:t>à campanha.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8B744C6-D419-4A79-936C-226506A87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0"/>
            <a:ext cx="5334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FFE29A"/>
                </a:solidFill>
              </a:defRPr>
            </a:pPr>
            <a:r>
              <a:rPr sz="1650">
                <a:solidFill>
                  <a:srgbClr val="FFE29A"/>
                </a:solidFill>
              </a:rPr>
              <a:t>Dois dias para entender, construir e decidir.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6213255-DA43-42B8-9174-3F7DECBA1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43650"/>
            <a:ext cx="228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D9B45B"/>
                </a:solidFill>
              </a:defRPr>
            </a:pPr>
            <a:r>
              <a:rPr sz="900" b="1">
                <a:solidFill>
                  <a:srgbClr val="D9B45B"/>
                </a:solidFill>
              </a:rPr>
              <a:t>ME ENSINA AI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702E90C-374E-4363-9154-C5D280607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3436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C4C6CA"/>
                </a:solidFill>
              </a:defRPr>
            </a:pPr>
            <a:r>
              <a:rPr sz="900" b="1">
                <a:solidFill>
                  <a:srgbClr val="C4C6CA"/>
                </a:solidFill>
              </a:rPr>
              <a:t>03 / 12</a:t>
            </a:r>
          </a:p>
        </p:txBody>
      </p:sp>
    </p:spTree>
    <p:extLst>
      <p:ext uri="{BB962C8B-B14F-4D97-AF65-F5344CB8AC3E}">
        <p14:creationId xmlns:p14="http://schemas.microsoft.com/office/powerpoint/2010/main" val="13406604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5060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261dabcf8674a13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F08F4E7-72A1-47AE-A914-1B8DC6C70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1EA4FEF-D8E9-4E0F-8F0F-120BCFFE4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6667500" cy="685800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B018A9A-C181-4817-A591-B32AB04C5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381250"/>
            <a:ext cx="295275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0" b="1">
                <a:solidFill>
                  <a:srgbClr val="3A3529"/>
                </a:solidFill>
              </a:defRPr>
            </a:pPr>
            <a:r>
              <a:rPr sz="14250" b="1">
                <a:solidFill>
                  <a:srgbClr val="3A3529"/>
                </a:solidFill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828E153-EC2E-4FBF-A1DC-AF46436FF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47750"/>
            <a:ext cx="533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D9B45B"/>
                </a:solidFill>
              </a:defRPr>
            </a:pPr>
            <a:r>
              <a:rPr sz="1125" b="1">
                <a:solidFill>
                  <a:srgbClr val="D9B45B"/>
                </a:solidFill>
              </a:rPr>
              <a:t>DIA 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2FB6D0A-E09B-40EC-8DFE-75EF0C01F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52625"/>
            <a:ext cx="533400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4500" b="1">
                <a:solidFill>
                  <a:srgbClr val="F7F4EC"/>
                </a:solidFill>
              </a:defRPr>
            </a:pPr>
            <a:r>
              <a:rPr sz="4500" b="1">
                <a:solidFill>
                  <a:srgbClr val="F7F4EC"/>
                </a:solidFill>
              </a:rPr>
              <a:t>Entender antes</a:t>
            </a:r>
          </a:p>
          <a:p xmlns:a="http://schemas.openxmlformats.org/drawingml/2006/main">
            <a:pPr>
              <a:defRPr sz="4500" b="1">
                <a:solidFill>
                  <a:srgbClr val="F7F4EC"/>
                </a:solidFill>
              </a:defRPr>
            </a:pPr>
            <a:r>
              <a:rPr sz="4500" b="1">
                <a:solidFill>
                  <a:srgbClr val="F7F4EC"/>
                </a:solidFill>
              </a:rPr>
              <a:t>de anunciar.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9EB9F26-E7F5-45F4-96E8-45C8A1B48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0"/>
            <a:ext cx="5334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FFE29A"/>
                </a:solidFill>
              </a:defRPr>
            </a:pPr>
            <a:r>
              <a:rPr sz="1650">
                <a:solidFill>
                  <a:srgbClr val="FFE29A"/>
                </a:solidFill>
              </a:rPr>
              <a:t>Mercado • Concorrentes • Reviews • Público • Oportunidades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68166E1-4F73-4321-8AA0-C4602332D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43650"/>
            <a:ext cx="228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D9B45B"/>
                </a:solidFill>
              </a:defRPr>
            </a:pPr>
            <a:r>
              <a:rPr sz="900" b="1">
                <a:solidFill>
                  <a:srgbClr val="D9B45B"/>
                </a:solidFill>
              </a:rPr>
              <a:t>ME ENSINA AI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7A46E57-1831-4FCF-BB6F-CB203A32A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3436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C4C6CA"/>
                </a:solidFill>
              </a:defRPr>
            </a:pPr>
            <a:r>
              <a:rPr sz="900" b="1">
                <a:solidFill>
                  <a:srgbClr val="C4C6CA"/>
                </a:solidFill>
              </a:rPr>
              <a:t>04 / 12</a:t>
            </a:r>
          </a:p>
        </p:txBody>
      </p:sp>
    </p:spTree>
    <p:extLst>
      <p:ext uri="{BB962C8B-B14F-4D97-AF65-F5344CB8AC3E}">
        <p14:creationId xmlns:p14="http://schemas.microsoft.com/office/powerpoint/2010/main" val="161178173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5060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668c946cc8f40ed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F1A898E-0860-4B15-AD67-76390440F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444CE25-1BC6-441F-AEB7-34A80F9AD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6667500" cy="685800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A40CFA3-C47D-4896-AA4F-42A43228D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381250"/>
            <a:ext cx="295275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0" b="1">
                <a:solidFill>
                  <a:srgbClr val="3A3529"/>
                </a:solidFill>
              </a:defRPr>
            </a:pPr>
            <a:r>
              <a:rPr sz="14250" b="1">
                <a:solidFill>
                  <a:srgbClr val="3A3529"/>
                </a:solidFill>
              </a:rPr>
              <a:t>02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95F491A-07EF-4E40-AAD2-99BF8BD86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47750"/>
            <a:ext cx="533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D9B45B"/>
                </a:solidFill>
              </a:defRPr>
            </a:pPr>
            <a:r>
              <a:rPr sz="1125" b="1">
                <a:solidFill>
                  <a:srgbClr val="D9B45B"/>
                </a:solidFill>
              </a:rPr>
              <a:t>DIA 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7926536-07AD-4132-A12A-CC86F5D85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52625"/>
            <a:ext cx="533400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4500" b="1">
                <a:solidFill>
                  <a:srgbClr val="F7F4EC"/>
                </a:solidFill>
              </a:defRPr>
            </a:pPr>
            <a:r>
              <a:rPr sz="4500" b="1">
                <a:solidFill>
                  <a:srgbClr val="F7F4EC"/>
                </a:solidFill>
              </a:rPr>
              <a:t>Transformar inteligência</a:t>
            </a:r>
          </a:p>
          <a:p xmlns:a="http://schemas.openxmlformats.org/drawingml/2006/main">
            <a:pPr>
              <a:defRPr sz="4500" b="1">
                <a:solidFill>
                  <a:srgbClr val="F7F4EC"/>
                </a:solidFill>
              </a:defRPr>
            </a:pPr>
            <a:r>
              <a:rPr sz="4500" b="1">
                <a:solidFill>
                  <a:srgbClr val="F7F4EC"/>
                </a:solidFill>
              </a:rPr>
              <a:t>em campanha.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002620A-FA0C-4706-AD76-C43672937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0"/>
            <a:ext cx="5334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FFE29A"/>
                </a:solidFill>
              </a:defRPr>
            </a:pPr>
            <a:r>
              <a:rPr sz="1650">
                <a:solidFill>
                  <a:srgbClr val="FFE29A"/>
                </a:solidFill>
              </a:rPr>
              <a:t>Oferta • Criativos • Andrômeda • Estrutura • Otimização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32CA744-BD7F-4D36-9D5F-68B37349A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43650"/>
            <a:ext cx="228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D9B45B"/>
                </a:solidFill>
              </a:defRPr>
            </a:pPr>
            <a:r>
              <a:rPr sz="900" b="1">
                <a:solidFill>
                  <a:srgbClr val="D9B45B"/>
                </a:solidFill>
              </a:rPr>
              <a:t>ME ENSINA AI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CB5B14A-EC2C-4534-AB2E-F8669BA07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3436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C4C6CA"/>
                </a:solidFill>
              </a:defRPr>
            </a:pPr>
            <a:r>
              <a:rPr sz="900" b="1">
                <a:solidFill>
                  <a:srgbClr val="C4C6CA"/>
                </a:solidFill>
              </a:rPr>
              <a:t>05 / 12</a:t>
            </a:r>
          </a:p>
        </p:txBody>
      </p:sp>
    </p:spTree>
    <p:extLst>
      <p:ext uri="{BB962C8B-B14F-4D97-AF65-F5344CB8AC3E}">
        <p14:creationId xmlns:p14="http://schemas.microsoft.com/office/powerpoint/2010/main" val="61294477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5060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b3269dd37634a83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46AB5B0-7C69-46F1-8F4B-3CF4CE997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D27F5F9-0954-4587-B2C9-FE5B8ECD0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6667500" cy="685800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689015E-ECF4-4D3D-A413-21D81A768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47750"/>
            <a:ext cx="533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D9B45B"/>
                </a:solidFill>
              </a:defRPr>
            </a:pPr>
            <a:r>
              <a:rPr sz="1125" b="1">
                <a:solidFill>
                  <a:srgbClr val="D9B45B"/>
                </a:solidFill>
              </a:rPr>
              <a:t>ENCONTRO EXTRA • QUINTA-FEIRA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348DB80-FC4E-4F63-9986-39090CB67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52625"/>
            <a:ext cx="533400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4500" b="1">
                <a:solidFill>
                  <a:srgbClr val="F7F4EC"/>
                </a:solidFill>
              </a:defRPr>
            </a:pPr>
            <a:r>
              <a:rPr sz="4500" b="1">
                <a:solidFill>
                  <a:srgbClr val="F7F4EC"/>
                </a:solidFill>
              </a:rPr>
              <a:t>ChatGPT Ads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866BC3B-2274-40C6-8AC6-F208F2170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0"/>
            <a:ext cx="5334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FFE29A"/>
                </a:solidFill>
              </a:defRPr>
            </a:pPr>
            <a:r>
              <a:rPr sz="1650">
                <a:solidFill>
                  <a:srgbClr val="FFE29A"/>
                </a:solidFill>
              </a:rPr>
              <a:t>Uma nova superfície. Uma nova oportunidade.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2E3B6BD-491A-4AF9-BD62-3670A565D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43650"/>
            <a:ext cx="228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D9B45B"/>
                </a:solidFill>
              </a:defRPr>
            </a:pPr>
            <a:r>
              <a:rPr sz="900" b="1">
                <a:solidFill>
                  <a:srgbClr val="D9B45B"/>
                </a:solidFill>
              </a:rPr>
              <a:t>ME ENSINA AI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5D65348-A3BD-4EFB-82BA-DCAD01743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3436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C4C6CA"/>
                </a:solidFill>
              </a:defRPr>
            </a:pPr>
            <a:r>
              <a:rPr sz="900" b="1">
                <a:solidFill>
                  <a:srgbClr val="C4C6CA"/>
                </a:solidFill>
              </a:rPr>
              <a:t>06 / 12</a:t>
            </a:r>
          </a:p>
        </p:txBody>
      </p:sp>
    </p:spTree>
    <p:extLst>
      <p:ext uri="{BB962C8B-B14F-4D97-AF65-F5344CB8AC3E}">
        <p14:creationId xmlns:p14="http://schemas.microsoft.com/office/powerpoint/2010/main" val="118053555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5060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b300e0b48b24c5b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F7386B3-D651-4CB1-83E7-8A5E1D1E1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A2E0F3F-2872-40B5-8C17-AD8D87DD9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6667500" cy="685800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CE25011-4F20-4F00-B777-AADE0EDFE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47750"/>
            <a:ext cx="533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D9B45B"/>
                </a:solidFill>
              </a:defRPr>
            </a:pPr>
            <a:r>
              <a:rPr sz="1125" b="1">
                <a:solidFill>
                  <a:srgbClr val="D9B45B"/>
                </a:solidFill>
              </a:rPr>
              <a:t>TRÊS FERRAMENTAS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44D62A6-3484-4272-A9C4-5A6732AE0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90625"/>
            <a:ext cx="533400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4500" b="1">
                <a:solidFill>
                  <a:srgbClr val="F7F4EC"/>
                </a:solidFill>
              </a:defRPr>
            </a:pPr>
            <a:r>
              <a:rPr sz="4500" b="1">
                <a:solidFill>
                  <a:srgbClr val="F7F4EC"/>
                </a:solidFill>
              </a:rPr>
              <a:t>Três formas</a:t>
            </a:r>
          </a:p>
          <a:p xmlns:a="http://schemas.openxmlformats.org/drawingml/2006/main">
            <a:pPr>
              <a:defRPr sz="4500" b="1">
                <a:solidFill>
                  <a:srgbClr val="F7F4EC"/>
                </a:solidFill>
              </a:defRPr>
            </a:pPr>
            <a:r>
              <a:rPr sz="4500" b="1">
                <a:solidFill>
                  <a:srgbClr val="F7F4EC"/>
                </a:solidFill>
              </a:rPr>
              <a:t>de trabalhar.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213AC49-ABDD-494A-BCC4-9DDABF869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5760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B45B"/>
          </a:solidFill>
          <a:ln xmlns:a="http://schemas.openxmlformats.org/drawingml/2006/main" w="0">
            <a:solidFill>
              <a:srgbClr val="D9B45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AA0FBF0-E973-4477-B30B-696572C9D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43250"/>
            <a:ext cx="2000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FFE29A"/>
                </a:solidFill>
              </a:defRPr>
            </a:pPr>
            <a:r>
              <a:rPr sz="2100" b="1">
                <a:solidFill>
                  <a:srgbClr val="FFE29A"/>
                </a:solidFill>
              </a:rPr>
              <a:t>ChatGPT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81ABDBA-3CD9-4186-9D4A-9591704D2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3190875"/>
            <a:ext cx="3067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C4C6CA"/>
                </a:solidFill>
              </a:defRPr>
            </a:pPr>
            <a:r>
              <a:rPr sz="1500">
                <a:solidFill>
                  <a:srgbClr val="C4C6CA"/>
                </a:solidFill>
              </a:rPr>
              <a:t>Converse e crie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B410683-0B92-4BA6-8E0D-1872A37F0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624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B45B"/>
          </a:solidFill>
          <a:ln xmlns:a="http://schemas.openxmlformats.org/drawingml/2006/main" w="0">
            <a:solidFill>
              <a:srgbClr val="D9B45B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684F405-B95F-4242-9270-EDEE1DFDF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48100"/>
            <a:ext cx="2000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FFE29A"/>
                </a:solidFill>
              </a:defRPr>
            </a:pPr>
            <a:r>
              <a:rPr sz="2100" b="1">
                <a:solidFill>
                  <a:srgbClr val="FFE29A"/>
                </a:solidFill>
              </a:rPr>
              <a:t>Claude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EC8F06C-00F8-4D51-8994-BD3A4999D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3895725"/>
            <a:ext cx="3067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C4C6CA"/>
                </a:solidFill>
              </a:defRPr>
            </a:pPr>
            <a:r>
              <a:rPr sz="1500">
                <a:solidFill>
                  <a:srgbClr val="C4C6CA"/>
                </a:solidFill>
              </a:rPr>
              <a:t>Leia e aprofunde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1FFE586-5E76-4223-8CDD-5579A29CA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6730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B45B"/>
          </a:solidFill>
          <a:ln xmlns:a="http://schemas.openxmlformats.org/drawingml/2006/main" w="0">
            <a:solidFill>
              <a:srgbClr val="D9B45B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C2D7CED-0FEC-4527-845D-AA5A32DE4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52950"/>
            <a:ext cx="2000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FFE29A"/>
                </a:solidFill>
              </a:defRPr>
            </a:pPr>
            <a:r>
              <a:rPr sz="2100" b="1">
                <a:solidFill>
                  <a:srgbClr val="FFE29A"/>
                </a:solidFill>
              </a:rPr>
              <a:t>Codex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9364C32-4634-4F0D-AE01-3A3B9EB6D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4600575"/>
            <a:ext cx="3067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C4C6CA"/>
                </a:solidFill>
              </a:defRPr>
            </a:pPr>
            <a:r>
              <a:rPr sz="1500">
                <a:solidFill>
                  <a:srgbClr val="C4C6CA"/>
                </a:solidFill>
              </a:rPr>
              <a:t>Construa e execute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E1B4BD5-6CDE-4B51-9959-06EB8CE5A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43650"/>
            <a:ext cx="228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D9B45B"/>
                </a:solidFill>
              </a:defRPr>
            </a:pPr>
            <a:r>
              <a:rPr sz="900" b="1">
                <a:solidFill>
                  <a:srgbClr val="D9B45B"/>
                </a:solidFill>
              </a:rPr>
              <a:t>ME ENSINA AI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C25AFDB-8780-474D-A55C-65A7C232D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3436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C4C6CA"/>
                </a:solidFill>
              </a:defRPr>
            </a:pPr>
            <a:r>
              <a:rPr sz="900" b="1">
                <a:solidFill>
                  <a:srgbClr val="C4C6CA"/>
                </a:solidFill>
              </a:rPr>
              <a:t>07 / 12</a:t>
            </a:r>
          </a:p>
        </p:txBody>
      </p:sp>
    </p:spTree>
    <p:extLst>
      <p:ext uri="{BB962C8B-B14F-4D97-AF65-F5344CB8AC3E}">
        <p14:creationId xmlns:p14="http://schemas.microsoft.com/office/powerpoint/2010/main" val="1268280146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5060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45f7ea17575433c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C2AE26E-F178-4724-ABBC-F5A1376EE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0C4C97F-0649-489A-8306-EA1E8D175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6667500" cy="685800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563C622-AF0B-4A0C-BD60-33E58456A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47750"/>
            <a:ext cx="533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D9B45B"/>
                </a:solidFill>
              </a:defRPr>
            </a:pPr>
            <a:r>
              <a:rPr sz="1125" b="1">
                <a:solidFill>
                  <a:srgbClr val="D9B45B"/>
                </a:solidFill>
              </a:rPr>
              <a:t>UMA HISTÓRIA QUE COMEÇOU NO RIO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CE4AD59-ACF8-4C2F-8CFE-3CE0C8889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52625"/>
            <a:ext cx="533400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4500" b="1">
                <a:solidFill>
                  <a:srgbClr val="F7F4EC"/>
                </a:solidFill>
              </a:defRPr>
            </a:pPr>
            <a:r>
              <a:rPr sz="4500" b="1">
                <a:solidFill>
                  <a:srgbClr val="F7F4EC"/>
                </a:solidFill>
              </a:rPr>
              <a:t>Quando eu tinha</a:t>
            </a:r>
          </a:p>
          <a:p xmlns:a="http://schemas.openxmlformats.org/drawingml/2006/main">
            <a:pPr>
              <a:defRPr sz="4500" b="1">
                <a:solidFill>
                  <a:srgbClr val="F7F4EC"/>
                </a:solidFill>
              </a:defRPr>
            </a:pPr>
            <a:r>
              <a:rPr sz="4500" b="1">
                <a:solidFill>
                  <a:srgbClr val="F7F4EC"/>
                </a:solidFill>
              </a:rPr>
              <a:t>8 anos...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1208008-ECCF-4CA5-9AA3-595E6F30B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43650"/>
            <a:ext cx="228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D9B45B"/>
                </a:solidFill>
              </a:defRPr>
            </a:pPr>
            <a:r>
              <a:rPr sz="900" b="1">
                <a:solidFill>
                  <a:srgbClr val="D9B45B"/>
                </a:solidFill>
              </a:rPr>
              <a:t>ME ENSINA AI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00B6214-A794-49DB-B73F-FC7C1B092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3436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C4C6CA"/>
                </a:solidFill>
              </a:defRPr>
            </a:pPr>
            <a:r>
              <a:rPr sz="900" b="1">
                <a:solidFill>
                  <a:srgbClr val="C4C6CA"/>
                </a:solidFill>
              </a:rPr>
              <a:t>08 / 12</a:t>
            </a:r>
          </a:p>
        </p:txBody>
      </p:sp>
    </p:spTree>
    <p:extLst>
      <p:ext uri="{BB962C8B-B14F-4D97-AF65-F5344CB8AC3E}">
        <p14:creationId xmlns:p14="http://schemas.microsoft.com/office/powerpoint/2010/main" val="159607816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5060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4d71eede46b4ac8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4B901C8-BB78-4C45-AE0D-7777B089E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6B166CC-27E1-4E7E-9868-732F6C459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6667500" cy="685800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CA94B41-4E75-4AA6-A9ED-650C676C5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47750"/>
            <a:ext cx="533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D9B45B"/>
                </a:solidFill>
              </a:defRPr>
            </a:pPr>
            <a:r>
              <a:rPr sz="1125" b="1">
                <a:solidFill>
                  <a:srgbClr val="D9B45B"/>
                </a:solidFill>
              </a:rPr>
              <a:t>MEU AVÔ JOGOU UM BALDE DE RAÇÃO NA ÁGUA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6B70AF1-9839-4F83-9A6B-87A78964B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52625"/>
            <a:ext cx="533400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4500" b="1">
                <a:solidFill>
                  <a:srgbClr val="F7F4EC"/>
                </a:solidFill>
              </a:defRPr>
            </a:pPr>
            <a:r>
              <a:rPr sz="4500" b="1">
                <a:solidFill>
                  <a:srgbClr val="F7F4EC"/>
                </a:solidFill>
              </a:rPr>
              <a:t>“Vô, você está jogando</a:t>
            </a:r>
          </a:p>
          <a:p xmlns:a="http://schemas.openxmlformats.org/drawingml/2006/main">
            <a:pPr>
              <a:defRPr sz="4500" b="1">
                <a:solidFill>
                  <a:srgbClr val="F7F4EC"/>
                </a:solidFill>
              </a:defRPr>
            </a:pPr>
            <a:r>
              <a:rPr sz="4500" b="1">
                <a:solidFill>
                  <a:srgbClr val="F7F4EC"/>
                </a:solidFill>
              </a:rPr>
              <a:t>a nossa isca?”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4B5EB74-3EB5-4EFD-9D84-7C423E683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43650"/>
            <a:ext cx="228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D9B45B"/>
                </a:solidFill>
              </a:defRPr>
            </a:pPr>
            <a:r>
              <a:rPr sz="900" b="1">
                <a:solidFill>
                  <a:srgbClr val="D9B45B"/>
                </a:solidFill>
              </a:rPr>
              <a:t>ME ENSINA AI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9881B25-F198-4812-B5E7-824FA020A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3436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C4C6CA"/>
                </a:solidFill>
              </a:defRPr>
            </a:pPr>
            <a:r>
              <a:rPr sz="900" b="1">
                <a:solidFill>
                  <a:srgbClr val="C4C6CA"/>
                </a:solidFill>
              </a:rPr>
              <a:t>09 / 12</a:t>
            </a:r>
          </a:p>
        </p:txBody>
      </p:sp>
    </p:spTree>
    <p:extLst>
      <p:ext uri="{BB962C8B-B14F-4D97-AF65-F5344CB8AC3E}">
        <p14:creationId xmlns:p14="http://schemas.microsoft.com/office/powerpoint/2010/main" val="373608104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5060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a2fb5ff9f314817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2024CFA-10B0-408B-A24F-FD4D18F04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6C93073-52F9-4173-BECB-FA3B0C52A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6667500" cy="685800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9A7A9A2-F9A3-4EC8-92EC-57A642770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47750"/>
            <a:ext cx="533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D9B45B"/>
                </a:solidFill>
              </a:defRPr>
            </a:pPr>
            <a:r>
              <a:rPr sz="1125" b="1">
                <a:solidFill>
                  <a:srgbClr val="D9B45B"/>
                </a:solidFill>
              </a:rPr>
              <a:t>A LIÇÃO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340AAEC-B2F5-47F6-8185-1BD697757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00250"/>
            <a:ext cx="5334000" cy="2476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F7F4EC"/>
                </a:solidFill>
              </a:defRPr>
            </a:pPr>
            <a:r>
              <a:rPr sz="3300" b="1">
                <a:solidFill>
                  <a:srgbClr val="F7F4EC"/>
                </a:solidFill>
              </a:rPr>
              <a:t>A gente precisa avisar os peixes que a gente existe e que está aqui.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052181E-8D0C-4928-84E8-CA8A9B029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43650"/>
            <a:ext cx="228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D9B45B"/>
                </a:solidFill>
              </a:defRPr>
            </a:pPr>
            <a:r>
              <a:rPr sz="900" b="1">
                <a:solidFill>
                  <a:srgbClr val="D9B45B"/>
                </a:solidFill>
              </a:rPr>
              <a:t>ME ENSINA AI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368C9C7-3D2E-4DF6-9309-53CBA4EC2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3436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C4C6CA"/>
                </a:solidFill>
              </a:defRPr>
            </a:pPr>
            <a:r>
              <a:rPr sz="900" b="1">
                <a:solidFill>
                  <a:srgbClr val="C4C6CA"/>
                </a:solidFill>
              </a:rPr>
              <a:t>10 / 12</a:t>
            </a:r>
          </a:p>
        </p:txBody>
      </p:sp>
    </p:spTree>
    <p:extLst>
      <p:ext uri="{BB962C8B-B14F-4D97-AF65-F5344CB8AC3E}">
        <p14:creationId xmlns:p14="http://schemas.microsoft.com/office/powerpoint/2010/main" val="833906524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05060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6508b9d42ca48b9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728E398-8999-495F-A797-9C88C2E8C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5D21D04-DE5E-4285-9334-CE09CDA4F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6667500" cy="685800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8B95325-61A5-44E5-B082-EAF1D51CB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47750"/>
            <a:ext cx="533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D9B45B"/>
                </a:solidFill>
              </a:defRPr>
            </a:pPr>
            <a:r>
              <a:rPr sz="1125" b="1">
                <a:solidFill>
                  <a:srgbClr val="D9B45B"/>
                </a:solidFill>
              </a:rPr>
              <a:t>NO SEU NEGÓCIO É IGUAL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B911871-67E7-49D9-95CD-E835822F7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52625"/>
            <a:ext cx="533400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4500" b="1">
                <a:solidFill>
                  <a:srgbClr val="F7F4EC"/>
                </a:solidFill>
              </a:defRPr>
            </a:pPr>
            <a:r>
              <a:rPr sz="4500" b="1">
                <a:solidFill>
                  <a:srgbClr val="F7F4EC"/>
                </a:solidFill>
              </a:rPr>
              <a:t>Primeiro presença.</a:t>
            </a:r>
          </a:p>
          <a:p xmlns:a="http://schemas.openxmlformats.org/drawingml/2006/main">
            <a:pPr>
              <a:defRPr sz="4500" b="1">
                <a:solidFill>
                  <a:srgbClr val="F7F4EC"/>
                </a:solidFill>
              </a:defRPr>
            </a:pPr>
            <a:r>
              <a:rPr sz="4500" b="1">
                <a:solidFill>
                  <a:srgbClr val="F7F4EC"/>
                </a:solidFill>
              </a:rPr>
              <a:t>Depois oportunidade.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9D5E9FA-1FDD-4136-911A-6373CB105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43650"/>
            <a:ext cx="228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D9B45B"/>
                </a:solidFill>
              </a:defRPr>
            </a:pPr>
            <a:r>
              <a:rPr sz="900" b="1">
                <a:solidFill>
                  <a:srgbClr val="D9B45B"/>
                </a:solidFill>
              </a:rPr>
              <a:t>ME ENSINA AI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CF11A9E-F888-43B3-8F8B-D85A316A7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3436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C4C6CA"/>
                </a:solidFill>
              </a:defRPr>
            </a:pPr>
            <a:r>
              <a:rPr sz="900" b="1">
                <a:solidFill>
                  <a:srgbClr val="C4C6CA"/>
                </a:solidFill>
              </a:rPr>
              <a:t>11 / 12</a:t>
            </a:r>
          </a:p>
        </p:txBody>
      </p:sp>
    </p:spTree>
    <p:extLst>
      <p:ext uri="{BB962C8B-B14F-4D97-AF65-F5344CB8AC3E}">
        <p14:creationId xmlns:p14="http://schemas.microsoft.com/office/powerpoint/2010/main" val="753243157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05060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44ccc9252bd4325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2917532-D18D-4E54-9F6D-DF986A741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A622224-BCB5-4980-B23E-E7B0EC589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6667500" cy="685800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A9CAF43-A85D-4A23-B8C4-0E371B953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76400"/>
            <a:ext cx="4381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D9B45B"/>
                </a:solidFill>
              </a:defRPr>
            </a:pPr>
            <a:r>
              <a:rPr sz="1125" b="1">
                <a:solidFill>
                  <a:srgbClr val="D9B45B"/>
                </a:solidFill>
              </a:rPr>
              <a:t>O COFRE ESTÁ ABERTO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3B45850-ECE5-48BA-AD9E-F0331272B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57450"/>
            <a:ext cx="54292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5700" b="1">
                <a:solidFill>
                  <a:srgbClr val="F7F4EC"/>
                </a:solidFill>
              </a:defRPr>
            </a:pPr>
            <a:r>
              <a:rPr sz="5700" b="1">
                <a:solidFill>
                  <a:srgbClr val="F7F4EC"/>
                </a:solidFill>
              </a:rPr>
              <a:t>Vamos para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6CF020F-D70E-4F07-96D5-C7C88AC78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76625"/>
            <a:ext cx="4953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5100" b="1">
                <a:solidFill>
                  <a:srgbClr val="FFE29A"/>
                </a:solidFill>
              </a:defRPr>
            </a:pPr>
            <a:r>
              <a:rPr sz="5100" b="1">
                <a:solidFill>
                  <a:srgbClr val="FFE29A"/>
                </a:solidFill>
              </a:rPr>
              <a:t>a prática.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3E15B5B-D2F8-400E-971E-67CCFD430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43650"/>
            <a:ext cx="228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D9B45B"/>
                </a:solidFill>
              </a:defRPr>
            </a:pPr>
            <a:r>
              <a:rPr sz="900" b="1">
                <a:solidFill>
                  <a:srgbClr val="D9B45B"/>
                </a:solidFill>
              </a:rPr>
              <a:t>ME ENSINA AI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E3ECC10-BD21-4A94-862D-2CA991A52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3436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C4C6CA"/>
                </a:solidFill>
              </a:defRPr>
            </a:pPr>
            <a:r>
              <a:rPr sz="900" b="1">
                <a:solidFill>
                  <a:srgbClr val="C4C6CA"/>
                </a:solidFill>
              </a:rPr>
              <a:t>12 / 12</a:t>
            </a:r>
          </a:p>
        </p:txBody>
      </p:sp>
    </p:spTree>
    <p:extLst>
      <p:ext uri="{BB962C8B-B14F-4D97-AF65-F5344CB8AC3E}">
        <p14:creationId xmlns:p14="http://schemas.microsoft.com/office/powerpoint/2010/main" val="26143568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2026-08-25T20:17:02.2740000Z</dcterms:created>
  <dcterms:modified xsi:type="dcterms:W3CDTF">2026-08-25T20:17:02.2740000Z</dcterms:modified>
</coreProperties>
</file>