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e4eb96bff4e5b" /><Relationship Type="http://schemas.openxmlformats.org/officeDocument/2006/relationships/extended-properties" Target="/docProps/app.xml" Id="Raaf222212ae14738" /><Relationship Type="http://schemas.openxmlformats.org/officeDocument/2006/relationships/officeDocument" Target="/ppt/presentation.xml" Id="Rba8ce2e1715f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9b491dfd042f3"/>
  </p:sldMasterIdLst>
  <p:notesMasterIdLst>
    <p:notesMasterId xmlns:r="http://schemas.openxmlformats.org/officeDocument/2006/relationships" r:id="Rc4a89107c30a4f2b"/>
  </p:notesMasterIdLst>
  <p:sldIdLst>
    <p:sldId xmlns:r="http://schemas.openxmlformats.org/officeDocument/2006/relationships" id="256" r:id="R1be24ec030e24c27"/>
    <p:sldId xmlns:r="http://schemas.openxmlformats.org/officeDocument/2006/relationships" id="257" r:id="R49035ee35fbb489a"/>
    <p:sldId xmlns:r="http://schemas.openxmlformats.org/officeDocument/2006/relationships" id="258" r:id="Re9974b30cfc54d5f"/>
    <p:sldId xmlns:r="http://schemas.openxmlformats.org/officeDocument/2006/relationships" id="259" r:id="Rddbd25bc30104851"/>
    <p:sldId xmlns:r="http://schemas.openxmlformats.org/officeDocument/2006/relationships" id="260" r:id="R168a64270d5f42c4"/>
    <p:sldId xmlns:r="http://schemas.openxmlformats.org/officeDocument/2006/relationships" id="261" r:id="R183936817d6149b4"/>
    <p:sldId xmlns:r="http://schemas.openxmlformats.org/officeDocument/2006/relationships" id="262" r:id="Rb5d1fdd700c041a6"/>
    <p:sldId xmlns:r="http://schemas.openxmlformats.org/officeDocument/2006/relationships" id="263" r:id="R85071dcf983142b6"/>
    <p:sldId xmlns:r="http://schemas.openxmlformats.org/officeDocument/2006/relationships" id="264" r:id="R9a56cbba9dc2473c"/>
    <p:sldId xmlns:r="http://schemas.openxmlformats.org/officeDocument/2006/relationships" id="265" r:id="R1d7ce3f0acc64deb"/>
    <p:sldId xmlns:r="http://schemas.openxmlformats.org/officeDocument/2006/relationships" id="266" r:id="Rf6f07390f7c44cfa"/>
    <p:sldId xmlns:r="http://schemas.openxmlformats.org/officeDocument/2006/relationships" id="267" r:id="R9eb11f5618b043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276e939cf849da" /><Relationship Type="http://schemas.openxmlformats.org/officeDocument/2006/relationships/slideMaster" Target="/ppt/slideMasters/slideMaster1.xml" Id="R5c89b491dfd042f3" /><Relationship Type="http://schemas.openxmlformats.org/officeDocument/2006/relationships/notesMaster" Target="/ppt/notesMasters/notesMaster1.xml" Id="Rc4a89107c30a4f2b" /><Relationship Type="http://schemas.openxmlformats.org/officeDocument/2006/relationships/presProps" Target="/ppt/presProps.xml" Id="R556abb826d1a4fb6" /><Relationship Type="http://schemas.openxmlformats.org/officeDocument/2006/relationships/tableStyles" Target="/ppt/tableStyles.xml" Id="R731bb774aa2a4795" /><Relationship Type="http://schemas.openxmlformats.org/officeDocument/2006/relationships/slide" Target="/ppt/slides/slide1.xml" Id="R1be24ec030e24c27" /><Relationship Type="http://schemas.openxmlformats.org/officeDocument/2006/relationships/slide" Target="/ppt/slides/slide2.xml" Id="R49035ee35fbb489a" /><Relationship Type="http://schemas.openxmlformats.org/officeDocument/2006/relationships/slide" Target="/ppt/slides/slide3.xml" Id="Re9974b30cfc54d5f" /><Relationship Type="http://schemas.openxmlformats.org/officeDocument/2006/relationships/slide" Target="/ppt/slides/slide4.xml" Id="Rddbd25bc30104851" /><Relationship Type="http://schemas.openxmlformats.org/officeDocument/2006/relationships/slide" Target="/ppt/slides/slide5.xml" Id="R168a64270d5f42c4" /><Relationship Type="http://schemas.openxmlformats.org/officeDocument/2006/relationships/slide" Target="/ppt/slides/slide6.xml" Id="R183936817d6149b4" /><Relationship Type="http://schemas.openxmlformats.org/officeDocument/2006/relationships/slide" Target="/ppt/slides/slide7.xml" Id="Rb5d1fdd700c041a6" /><Relationship Type="http://schemas.openxmlformats.org/officeDocument/2006/relationships/slide" Target="/ppt/slides/slide8.xml" Id="R85071dcf983142b6" /><Relationship Type="http://schemas.openxmlformats.org/officeDocument/2006/relationships/slide" Target="/ppt/slides/slide9.xml" Id="R9a56cbba9dc2473c" /><Relationship Type="http://schemas.openxmlformats.org/officeDocument/2006/relationships/slide" Target="/ppt/slides/slide10.xml" Id="R1d7ce3f0acc64deb" /><Relationship Type="http://schemas.openxmlformats.org/officeDocument/2006/relationships/slide" Target="/ppt/slides/slide11.xml" Id="Rf6f07390f7c44cfa" /><Relationship Type="http://schemas.openxmlformats.org/officeDocument/2006/relationships/slide" Target="/ppt/slides/slide12.xml" Id="R9eb11f5618b043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9b1f14116d43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46a38bb2d4a9a" /><Relationship Type="http://schemas.openxmlformats.org/officeDocument/2006/relationships/notesMaster" Target="/ppt/notesMasters/notesMaster1.xml" Id="Re6640292a4a141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bb892cedf4af3" /><Relationship Type="http://schemas.openxmlformats.org/officeDocument/2006/relationships/notesMaster" Target="/ppt/notesMasters/notesMaster1.xml" Id="R95d0c877efd1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57fcb992d472d" /><Relationship Type="http://schemas.openxmlformats.org/officeDocument/2006/relationships/notesMaster" Target="/ppt/notesMasters/notesMaster1.xml" Id="R38908978ac6845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44c509048d4bd1" /><Relationship Type="http://schemas.openxmlformats.org/officeDocument/2006/relationships/notesMaster" Target="/ppt/notesMasters/notesMaster1.xml" Id="Rb13aef1acfd546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a8bdbc19724814" /><Relationship Type="http://schemas.openxmlformats.org/officeDocument/2006/relationships/notesMaster" Target="/ppt/notesMasters/notesMaster1.xml" Id="R3d332ecc6568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7305e4b27482e" /><Relationship Type="http://schemas.openxmlformats.org/officeDocument/2006/relationships/notesMaster" Target="/ppt/notesMasters/notesMaster1.xml" Id="Re900aacebff046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b6c81784fc4bf5" /><Relationship Type="http://schemas.openxmlformats.org/officeDocument/2006/relationships/notesMaster" Target="/ppt/notesMasters/notesMaster1.xml" Id="R132be6480cef4e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b4e552ab9a4c78" /><Relationship Type="http://schemas.openxmlformats.org/officeDocument/2006/relationships/notesMaster" Target="/ppt/notesMasters/notesMaster1.xml" Id="Rb26a2bd6e97d4d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72a831e9764aad" /><Relationship Type="http://schemas.openxmlformats.org/officeDocument/2006/relationships/notesMaster" Target="/ppt/notesMasters/notesMaster1.xml" Id="R275cbad874084f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b7a511cb894150" /><Relationship Type="http://schemas.openxmlformats.org/officeDocument/2006/relationships/notesMaster" Target="/ppt/notesMasters/notesMaster1.xml" Id="R902abf2e3fc044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842531f9184575" /><Relationship Type="http://schemas.openxmlformats.org/officeDocument/2006/relationships/notesMaster" Target="/ppt/notesMasters/notesMaster1.xml" Id="Rfecffdf9b9f444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e7760106714600" /><Relationship Type="http://schemas.openxmlformats.org/officeDocument/2006/relationships/notesMaster" Target="/ppt/notesMasters/notesMaster1.xml" Id="R39d715876051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Direção visual e cenas exclusivas: imagens geradas pela OpenAI para esta apresentação em 25 de agosto de 2026.</a:t>
            </a:r>
          </a:p>
          <a:p xmlns:a="http://schemas.openxmlformats.org/drawingml/2006/main">
            <a:r>
              <a:t>- Foto de Fábio Borges: ativo interno da equipe.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c354c760c44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1ba10b4e94acd" /><Relationship Type="http://schemas.openxmlformats.org/officeDocument/2006/relationships/slideLayout" Target="/ppt/slideLayouts/slideLayout1.xml" Id="R0baf04ef036b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af04ef036b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cdf1f9a7a4915" /><Relationship Type="http://schemas.openxmlformats.org/officeDocument/2006/relationships/image" Target="/ppt/media/image.png" Id="R1016cb974e14497a" /><Relationship Type="http://schemas.openxmlformats.org/officeDocument/2006/relationships/notesSlide" Target="/ppt/notesSlides/notesSlide1.xml" Id="Rc393d4b726ef4c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b5b20e46743a4" /><Relationship Type="http://schemas.openxmlformats.org/officeDocument/2006/relationships/image" Target="/ppt/media/image.jpeg" Id="Rbd00ce12db224ee3" /><Relationship Type="http://schemas.openxmlformats.org/officeDocument/2006/relationships/notesSlide" Target="/ppt/notesSlides/notesSlide2.xml" Id="Re8f6e00c755045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f512a104b4514" /><Relationship Type="http://schemas.openxmlformats.org/officeDocument/2006/relationships/image" Target="/ppt/media/image2.png" Id="R5046b07bc07b4a31" /><Relationship Type="http://schemas.openxmlformats.org/officeDocument/2006/relationships/notesSlide" Target="/ppt/notesSlides/notesSlide3.xml" Id="R7c519779b721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b6a5f55ef4c34" /><Relationship Type="http://schemas.openxmlformats.org/officeDocument/2006/relationships/image" Target="/ppt/media/image3.png" Id="Rbeec3aa18dec43e7" /><Relationship Type="http://schemas.openxmlformats.org/officeDocument/2006/relationships/notesSlide" Target="/ppt/notesSlides/notesSlide4.xml" Id="R0534b5224928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daa3db23f464a" /><Relationship Type="http://schemas.openxmlformats.org/officeDocument/2006/relationships/image" Target="/ppt/media/image4.png" Id="R89359d6300944c24" /><Relationship Type="http://schemas.openxmlformats.org/officeDocument/2006/relationships/notesSlide" Target="/ppt/notesSlides/notesSlide5.xml" Id="Ra25b645a57e9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75ef835924866" /><Relationship Type="http://schemas.openxmlformats.org/officeDocument/2006/relationships/image" Target="/ppt/media/image5.png" Id="R2eb99076a5fb40f5" /><Relationship Type="http://schemas.openxmlformats.org/officeDocument/2006/relationships/notesSlide" Target="/ppt/notesSlides/notesSlide6.xml" Id="R963a9fff05a149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91fff2476463f" /><Relationship Type="http://schemas.openxmlformats.org/officeDocument/2006/relationships/image" Target="/ppt/media/image6.png" Id="R60f960ebf04e4726" /><Relationship Type="http://schemas.openxmlformats.org/officeDocument/2006/relationships/notesSlide" Target="/ppt/notesSlides/notesSlide7.xml" Id="R7b1ea3df1741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81ec08134c6b" /><Relationship Type="http://schemas.openxmlformats.org/officeDocument/2006/relationships/image" Target="/ppt/media/image7.png" Id="R1e8a705ff25a444c" /><Relationship Type="http://schemas.openxmlformats.org/officeDocument/2006/relationships/notesSlide" Target="/ppt/notesSlides/notesSlide8.xml" Id="Ra31cfebf691f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0381ce5f04175" /><Relationship Type="http://schemas.openxmlformats.org/officeDocument/2006/relationships/image" Target="/ppt/media/image8.png" Id="Rae53c84360d44a11" /><Relationship Type="http://schemas.openxmlformats.org/officeDocument/2006/relationships/notesSlide" Target="/ppt/notesSlides/notesSlide9.xml" Id="R2a1f416e470f47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906c208d24b3d" /><Relationship Type="http://schemas.openxmlformats.org/officeDocument/2006/relationships/image" Target="/ppt/media/image9.png" Id="Rd788cc6edc5d48cd" /><Relationship Type="http://schemas.openxmlformats.org/officeDocument/2006/relationships/notesSlide" Target="/ppt/notesSlides/notesSlide10.xml" Id="R191b1d8eac9746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0dad5dc34a02" /><Relationship Type="http://schemas.openxmlformats.org/officeDocument/2006/relationships/image" Target="/ppt/media/image10.png" Id="Rd484c7bdf2b34e2d" /><Relationship Type="http://schemas.openxmlformats.org/officeDocument/2006/relationships/notesSlide" Target="/ppt/notesSlides/notesSlide11.xml" Id="R3c02db7bf3f540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099c74f4f46a9" /><Relationship Type="http://schemas.openxmlformats.org/officeDocument/2006/relationships/image" Target="/ppt/media/image11.png" Id="Ra009fa4c0cee431b" /><Relationship Type="http://schemas.openxmlformats.org/officeDocument/2006/relationships/notesSlide" Target="/ppt/notesSlides/notesSlide12.xml" Id="R527498acaab8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6cb974e1449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8C601-FF98-4C8A-84BC-39C9281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DE488-3974-4E46-B011-461C43A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FACEBOOK E INSTAGRAM ADS PARA NEGÓCIOS LOCAIS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71DEE-7A0A-4F47-9D0D-D6500BC5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A Imersão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Meta Ads com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EFABA-96C5-436C-B43D-842F3459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E29A"/>
                </a:solidFill>
              </a:defRPr>
            </a:pPr>
            <a:r>
              <a:rPr sz="1650">
                <a:solidFill>
                  <a:srgbClr val="FFE29A"/>
                </a:solidFill>
              </a:rPr>
              <a:t>25 e 26 de agosto • 7 PM • Horário de Nova York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C777C-9F0F-4725-8813-2549279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D4EDB-851A-454F-A14B-C3644724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21320747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BC17C-2185-4889-B662-392BE98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0">
            <a:solidFill>
              <a:srgbClr val="05060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0ce12db224ee3"/>
          <a:srcRect xmlns:a="http://schemas.openxmlformats.org/drawingml/2006/main" l="0" t="6364" r="0" b="6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2CCF1-71C7-47EB-8E9A-E5359434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095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4DA0C-43D5-45BE-A47E-51F62A91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ANTES DE COMEÇAR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FA272-E7C6-43E2-AB2C-17A5BB4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Quem é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Fábio Borges?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FA29C-A634-4975-8516-D6D0E1FF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FEC16-1A33-45A8-979C-BB9EC35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802804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6b07bc07b4a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BF632-6737-468B-B893-093D959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AB819-CAA9-4147-AD14-C5B9DBC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19ECA-3233-4C0C-AEA4-9ED2A92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NOSSA JORNADA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5F6B4-117A-4287-9D17-781EC2D4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Do mercado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à campanha.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73E03-DC0B-4E1D-8C1D-99BCDA89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E29A"/>
                </a:solidFill>
              </a:defRPr>
            </a:pPr>
            <a:r>
              <a:rPr sz="1650">
                <a:solidFill>
                  <a:srgbClr val="FFE29A"/>
                </a:solidFill>
              </a:rPr>
              <a:t>Dois dias para entender, construir e decidir.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40A91-B4CF-464B-8632-669D6E36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6F18F-FFBC-4703-B9D0-E5C9B63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503786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c3aa18dec43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FE6F1-6E16-4C8D-A489-99632A8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04C22-14B3-4CDD-9E60-9AF5044C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AA148-A823-431B-9A68-F4760F48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52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3A3529"/>
                </a:solidFill>
              </a:defRPr>
            </a:pPr>
            <a:r>
              <a:rPr sz="14250" b="1">
                <a:solidFill>
                  <a:srgbClr val="3A352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7F333-4F39-4D33-B2BE-0DB6BC8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DIA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009A3-CAF3-4B44-8527-26F6A6DB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Entender antes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de anunciar.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50073-8E9F-49F5-98AD-AA76E96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E29A"/>
                </a:solidFill>
              </a:defRPr>
            </a:pPr>
            <a:r>
              <a:rPr sz="1650">
                <a:solidFill>
                  <a:srgbClr val="FFE29A"/>
                </a:solidFill>
              </a:rPr>
              <a:t>Mercado • Concorrentes • Reviews • Público • Oportunidades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7A578-96B7-49DB-9AD3-D75B3ED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EB19E-2001-4633-8869-9792BF2D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361518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59d6300944c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B0C9E-6023-493D-842C-55AB4F1D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BCF1A-2EE9-4AD0-9111-A8500861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B8244-413A-4315-B52A-41A7592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52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3A3529"/>
                </a:solidFill>
              </a:defRPr>
            </a:pPr>
            <a:r>
              <a:rPr sz="14250" b="1">
                <a:solidFill>
                  <a:srgbClr val="3A352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28C75-9E6D-4EC8-AE09-2E4B0FE2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DIA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5DECF-CB3D-429B-9567-5045F4CB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Transformar inteligência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em campanha.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429BF-AE2E-4153-9F29-5EEBC394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E29A"/>
                </a:solidFill>
              </a:defRPr>
            </a:pPr>
            <a:r>
              <a:rPr sz="1650">
                <a:solidFill>
                  <a:srgbClr val="FFE29A"/>
                </a:solidFill>
              </a:rPr>
              <a:t>Oferta • Criativos • Andrômeda • Estrutura • Otimização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BEAB-C0D8-4FD7-957E-7711DEEE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C9F24-E63A-4E4F-8829-6E23B55F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319420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99076a5fb40f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6296F-0F6B-4FE3-9265-419A18BF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5420B-EEE3-41D6-86AC-06138AB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246A7-6C19-483C-829A-722C8624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ENCONTRO EXTRA • QUINTA-FEIRA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D2F02-B501-415F-B37B-BF037350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ChatGPT 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703D3-6F47-4DE0-8BD7-E99F7C1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E29A"/>
                </a:solidFill>
              </a:defRPr>
            </a:pPr>
            <a:r>
              <a:rPr sz="1650">
                <a:solidFill>
                  <a:srgbClr val="FFE29A"/>
                </a:solidFill>
              </a:rPr>
              <a:t>Uma nova superfície. Uma nova oportunidade.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373F9-7128-42DE-9D7E-203E9A81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A34A3-E5B4-4199-81B2-809F21F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251619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960ebf04e47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034D7-9FD8-47EB-B4BC-36B8E04F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2D43F-5693-44B5-9216-21117F4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9DDF8-91F6-44D8-AEAE-62AAB5D8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TRÊS FERRAMENTAS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B7F06-7F28-4D0A-9D87-D37D1AFA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Três formas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de trabalhar.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041EC-7275-4C93-AA6A-52573088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5B"/>
          </a:solidFill>
          <a:ln xmlns:a="http://schemas.openxmlformats.org/drawingml/2006/main" w="0">
            <a:solidFill>
              <a:srgbClr val="D9B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646EB-CDE0-4928-B08F-CB7E0E47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E29A"/>
                </a:solidFill>
              </a:defRPr>
            </a:pPr>
            <a:r>
              <a:rPr sz="2100" b="1">
                <a:solidFill>
                  <a:srgbClr val="FFE29A"/>
                </a:solidFill>
              </a:rPr>
              <a:t>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60226-20AC-49D7-AB39-9CCC4B46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9087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4C6CA"/>
                </a:solidFill>
              </a:defRPr>
            </a:pPr>
            <a:r>
              <a:rPr sz="1500">
                <a:solidFill>
                  <a:srgbClr val="C4C6CA"/>
                </a:solidFill>
              </a:rPr>
              <a:t>Converse e crie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FD4D3-F59C-4E1A-84B7-BEE21FC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5B"/>
          </a:solidFill>
          <a:ln xmlns:a="http://schemas.openxmlformats.org/drawingml/2006/main" w="0">
            <a:solidFill>
              <a:srgbClr val="D9B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D2E64-FEDB-4C55-8604-DD385D7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E29A"/>
                </a:solidFill>
              </a:defRPr>
            </a:pPr>
            <a:r>
              <a:rPr sz="2100" b="1">
                <a:solidFill>
                  <a:srgbClr val="FFE29A"/>
                </a:solidFill>
              </a:rPr>
              <a:t>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99696-835C-4A95-9DC4-057C4B14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957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4C6CA"/>
                </a:solidFill>
              </a:defRPr>
            </a:pPr>
            <a:r>
              <a:rPr sz="1500">
                <a:solidFill>
                  <a:srgbClr val="C4C6CA"/>
                </a:solidFill>
              </a:rPr>
              <a:t>Leia e aprofunde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CB3B6-39C7-42B0-99F5-B8AAC1B4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5B"/>
          </a:solidFill>
          <a:ln xmlns:a="http://schemas.openxmlformats.org/drawingml/2006/main" w="0">
            <a:solidFill>
              <a:srgbClr val="D9B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B57A8-9586-4E15-983A-53EA66B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E29A"/>
                </a:solidFill>
              </a:defRPr>
            </a:pPr>
            <a:r>
              <a:rPr sz="2100" b="1">
                <a:solidFill>
                  <a:srgbClr val="FFE29A"/>
                </a:solidFill>
              </a:rPr>
              <a:t>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29503-267D-425B-80D7-0EF07E2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0057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4C6CA"/>
                </a:solidFill>
              </a:defRPr>
            </a:pPr>
            <a:r>
              <a:rPr sz="1500">
                <a:solidFill>
                  <a:srgbClr val="C4C6CA"/>
                </a:solidFill>
              </a:rPr>
              <a:t>Construa e execute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92AEA-9A8B-4663-B525-E0023504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2103C-1C7C-44C7-BB97-D1F3AF52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1693989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a705ff25a44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79E3D-3DE1-43F3-8AAE-9D5D6373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86F75-F345-42AC-88B8-8A31D602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21300-8C10-4B37-97ED-5BD12467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UMA HISTÓRIA QUE COMEÇOU NO 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0E512-302B-4D63-8098-9A76928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Quando eu tinha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8 anos...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8068D-F01A-4234-A554-DD5FE1E9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C99E4-FD5D-4FA0-828D-78D4A820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5678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3c84360d44a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EED44-040B-4B13-B8E1-F07CA1D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AC3FC-5826-4A15-9003-FDE571B5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9DE21-7D87-41F3-B1B6-357C054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MEU AVÔ JOGOU UM BALDE DE RAÇÃO NA ÁGUA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D199-CDAB-454E-828D-B64980EE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“Vô, você está jogando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a nossa isca?”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7D712-EFE6-472E-A158-F3D74B6F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D6FEF-88F9-4A85-9BAF-50A346D0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368697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8cc6edc5d48c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8E20A-4B1E-4D1F-B19C-D979D84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5CB0A-88EF-4F8D-822C-732D2E8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676D8-EFB6-493F-8BF5-E8111996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A LIÇÃO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5D9D2-40BE-4CDD-832E-95EB1838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C"/>
                </a:solidFill>
              </a:defRPr>
            </a:pPr>
            <a:r>
              <a:rPr sz="3300" b="1">
                <a:solidFill>
                  <a:srgbClr val="F7F4EC"/>
                </a:solidFill>
              </a:rPr>
              <a:t>A gente precisa avisar os peixes que a gente existe e que está aqui.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3755A-A00B-4BC9-A36E-D02F4EFB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E8EA3-B3E3-40FB-9D72-BEF225A0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080990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4c7bdf2b34e2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3FD9B-B177-40A5-B049-6666BD4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7E9D2-F5B6-4C50-8267-EA2D8C45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814E2-5D66-4EBB-A0A8-D0C4D3E3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NO SEU NEGÓCIO É IGUAL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D446E-C1AE-426E-A0BC-BD7AF45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Primeiro presença.</a:t>
            </a:r>
          </a:p>
          <a:p xmlns:a="http://schemas.openxmlformats.org/drawingml/2006/main">
            <a:pPr>
              <a:defRPr sz="4500" b="1">
                <a:solidFill>
                  <a:srgbClr val="F7F4EC"/>
                </a:solidFill>
              </a:defRPr>
            </a:pPr>
            <a:r>
              <a:rPr sz="4500" b="1">
                <a:solidFill>
                  <a:srgbClr val="F7F4EC"/>
                </a:solidFill>
              </a:rPr>
              <a:t>Depois oportunidade.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9D169-CA82-4D91-8D84-E514E89A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4864A-2465-47C4-9C3B-37EA6AFF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03278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fa4c0cee43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EE756-14E5-4214-84BF-8594F87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0BD6A-72F4-486B-BE68-AFCAD9CA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C3B9E-77E4-4F32-B8A4-A65AB4C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240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-30000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B45B"/>
                </a:solidFill>
              </a:defRPr>
            </a:pPr>
            <a:r>
              <a:rPr sz="1125" b="1">
                <a:solidFill>
                  <a:srgbClr val="D9B45B"/>
                </a:solidFill>
              </a:rPr>
              <a:t>O COFRE ESTÁ ABERTO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61574-F3CA-4AAE-B45A-872152D6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-36000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7F4EC"/>
                </a:solidFill>
              </a:defRPr>
            </a:pPr>
            <a:r>
              <a:rPr sz="6150" b="1">
                <a:solidFill>
                  <a:srgbClr val="F7F4EC"/>
                </a:solidFill>
              </a:rPr>
              <a:t>Vamos para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F0906-5BDC-4D96-9FFF-3939994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718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-42000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E29A"/>
                </a:solidFill>
              </a:defRPr>
            </a:pPr>
            <a:r>
              <a:rPr sz="5700" b="1">
                <a:solidFill>
                  <a:srgbClr val="FFE29A"/>
                </a:solidFill>
              </a:rPr>
              <a:t>a prática.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DF794-1B9E-487B-AA37-2F78E2F1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B45B"/>
                </a:solidFill>
              </a:defRPr>
            </a:pPr>
            <a:r>
              <a:rPr sz="900" b="1">
                <a:solidFill>
                  <a:srgbClr val="D9B45B"/>
                </a:solidFill>
              </a:rPr>
              <a:t>ME ENSINA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807D5-EFDB-4E4C-B7FB-1078707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43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4C6CA"/>
                </a:solidFill>
              </a:defRPr>
            </a:pPr>
            <a:r>
              <a:rPr sz="900" b="1">
                <a:solidFill>
                  <a:srgbClr val="C4C6CA"/>
                </a:solidFill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064630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2026-08-25T19:55:53.6820000Z</dcterms:created>
  <dcterms:modified xsi:type="dcterms:W3CDTF">2026-08-25T19:55:53.6820000Z</dcterms:modified>
</coreProperties>
</file>